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9488"/>
    <a:srgbClr val="F6BB00"/>
    <a:srgbClr val="5648E0"/>
    <a:srgbClr val="D525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-108" y="-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ECAA43-AFBF-4035-B73A-6BDEDB9A876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EFAFBA-F565-4624-97B4-9678B6443D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279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EFAFBA-F565-4624-97B4-9678B6443D1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760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D0B7E-62BD-D12C-AAEE-772E6E9DF8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14A876-45D1-85A8-9F13-99794BD5B3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EE4004-F301-B3DA-0EB4-DA964F5DC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65AA2-210D-46BB-B568-FDCF28210CEE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C1917D-F824-4021-7DDA-38D875CB4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BF181-FAE8-9274-F7D9-5373D2575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FB7C1-3916-47C3-87B8-26FA16480B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457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BB740-40E9-E27B-10A0-F12BB66C9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F9972-33BF-8E55-C9E3-FE5E014EFD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118DE-33B5-FBB9-D1E0-267E67E3B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65AA2-210D-46BB-B568-FDCF28210CEE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1B1F20-941F-2DB6-04CC-4614C827A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C96C6C-18C5-7818-0C76-A7D7FA455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FB7C1-3916-47C3-87B8-26FA16480B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103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1445F-4862-7832-4C68-4D40B3221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4E6829-ED7B-E447-D31D-5767BF87E3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FAADB-B564-0FE4-0259-7AE2470EC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65AA2-210D-46BB-B568-FDCF28210CEE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61FD71-06D7-B8DC-FF09-8C4CFF5AE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AB2BA9-5C61-CCE1-1DBC-4CAB457AD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FB7C1-3916-47C3-87B8-26FA16480B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293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8BFE2-FEB7-089F-EC1B-6B4F3A80D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E019A-31CE-E5A4-DF89-BB98C5D5DC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E0D08D-C875-FEB8-3DFD-EDF717FA21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EECB62-E604-EAD3-19AC-316A1E08A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65AA2-210D-46BB-B568-FDCF28210CEE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180E07-FBF6-A9F1-D07B-21EC4CE24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8E4134-A25C-AB91-994E-BD2EBAA04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FB7C1-3916-47C3-87B8-26FA16480B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684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DF1C0-FA93-9F44-B4FC-1ECBFF24C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60F446-DDA7-F112-DC65-73DBB24933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570764-92BC-1D9D-6D17-DF37DFF78D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7E0F18-0309-A298-0A60-B2D2882923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3A972C-702F-1696-C7A9-848DF88351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A56685-C6D0-E791-1865-8939A74F1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65AA2-210D-46BB-B568-FDCF28210CEE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5D77A6-E894-364C-F6B9-A6F320EE5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4DC31A-8610-AAB9-4FF2-1AFC3B41D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FB7C1-3916-47C3-87B8-26FA16480B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375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B5972-A21C-D5FD-BA51-10E1AB6FD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4A1AF7-B6D9-37CC-2A1A-6700644B8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65AA2-210D-46BB-B568-FDCF28210CEE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C32395-C6AE-7035-F519-0B74CE3B4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3893AC-6E85-8A79-D766-6EF8EE5C9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FB7C1-3916-47C3-87B8-26FA16480B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764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A2C808-7C9C-9FEC-A35E-208A86499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65AA2-210D-46BB-B568-FDCF28210CEE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AE1A1E-2B76-C624-6E71-9380ACF9A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A0DBAE-370A-83F6-1704-2CFC542FD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FB7C1-3916-47C3-87B8-26FA16480B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997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97154-FA25-4CB2-C6EF-608D26433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C621C-1902-A57D-56EE-4AAAB3A7C6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A01960-2529-D214-04E1-741FDEDEFF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FFD812-567B-16F8-1063-412BA1BB6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65AA2-210D-46BB-B568-FDCF28210CEE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1E7CC6-9D00-C3B1-B6EA-27AE48A52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FE5C90-3073-2D24-CB64-8B1E77408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FB7C1-3916-47C3-87B8-26FA16480B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505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AC2D4-99AD-2BF9-6F7F-E79337A6C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C0B43A-0B7E-A5B6-9F5E-78D90D606A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6E38C1-337B-3747-E5A6-472B29AB3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952C7B-0354-7917-27BE-BC0BBCB82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65AA2-210D-46BB-B568-FDCF28210CEE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7D2D01-E5D6-487E-B601-E76DA8380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780045-39F3-6FDD-42A3-B0E1CDC8C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FB7C1-3916-47C3-87B8-26FA16480B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3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A4DAC-9630-77ED-612B-D3F06A56C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C552C7-8E8E-72DC-D5AE-2D65BFB80A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EE1DF8-654B-69A8-E47F-35FCDC8B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65AA2-210D-46BB-B568-FDCF28210CEE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420F50-761F-FA69-A68A-DBEB8C49A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C2B58-4FE9-59FA-DA4D-6BD193237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FB7C1-3916-47C3-87B8-26FA16480B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505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064E65-8B45-FCBE-200D-66E7A5E5CC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581231-102C-C32F-3020-8662FBC58A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38DDF6-8B9A-7A11-F3E6-932211304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65AA2-210D-46BB-B568-FDCF28210CEE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E9BC8-AD1D-5253-FA6E-98AF7145C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ACCFCB-8841-E016-37FA-CE8C99B26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FB7C1-3916-47C3-87B8-26FA16480B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950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C987C7-2FE2-3746-E0C9-4383E3E2F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4FC67C-3FBB-526A-9238-A5E6B5E9F6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47DC8F-610E-099D-8B09-82859C8B10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165AA2-210D-46BB-B568-FDCF28210CEE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4AC4C3-AB5E-2A1B-7AFD-84A20E2126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E6BAF-7859-2179-35F1-F064FF632F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9FB7C1-3916-47C3-87B8-26FA16480B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494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64CBEB5-D2AE-1BC3-054C-F7BD3CAA7A9B}"/>
              </a:ext>
            </a:extLst>
          </p:cNvPr>
          <p:cNvSpPr/>
          <p:nvPr/>
        </p:nvSpPr>
        <p:spPr>
          <a:xfrm>
            <a:off x="2446020" y="1851660"/>
            <a:ext cx="1645920" cy="1577340"/>
          </a:xfrm>
          <a:prstGeom prst="roundRect">
            <a:avLst/>
          </a:prstGeom>
          <a:solidFill>
            <a:srgbClr val="5648E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#5648E0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B143AA6-C07A-5E24-6F8F-7D66D6C94A56}"/>
              </a:ext>
            </a:extLst>
          </p:cNvPr>
          <p:cNvSpPr/>
          <p:nvPr/>
        </p:nvSpPr>
        <p:spPr>
          <a:xfrm>
            <a:off x="4396740" y="1851660"/>
            <a:ext cx="1645920" cy="1577340"/>
          </a:xfrm>
          <a:prstGeom prst="roundRect">
            <a:avLst/>
          </a:prstGeom>
          <a:solidFill>
            <a:srgbClr val="D5250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#D5250D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F9D59C6-D03A-27F7-F0B7-73B216AAC1E3}"/>
              </a:ext>
            </a:extLst>
          </p:cNvPr>
          <p:cNvSpPr/>
          <p:nvPr/>
        </p:nvSpPr>
        <p:spPr>
          <a:xfrm>
            <a:off x="6347460" y="1851660"/>
            <a:ext cx="1645920" cy="1577340"/>
          </a:xfrm>
          <a:prstGeom prst="roundRect">
            <a:avLst/>
          </a:prstGeom>
          <a:solidFill>
            <a:srgbClr val="F6BB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#F6BB00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27315CB-6795-6171-73B6-3C0DD89A46BF}"/>
              </a:ext>
            </a:extLst>
          </p:cNvPr>
          <p:cNvSpPr/>
          <p:nvPr/>
        </p:nvSpPr>
        <p:spPr>
          <a:xfrm>
            <a:off x="8298180" y="1851660"/>
            <a:ext cx="1645920" cy="1577340"/>
          </a:xfrm>
          <a:prstGeom prst="roundRect">
            <a:avLst/>
          </a:prstGeom>
          <a:solidFill>
            <a:srgbClr val="0D948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#0D9488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21FE5A-C581-9633-749F-AC3445AC3AA0}"/>
              </a:ext>
            </a:extLst>
          </p:cNvPr>
          <p:cNvSpPr txBox="1"/>
          <p:nvPr/>
        </p:nvSpPr>
        <p:spPr>
          <a:xfrm>
            <a:off x="2446020" y="1370360"/>
            <a:ext cx="7342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Font color palate</a:t>
            </a:r>
          </a:p>
        </p:txBody>
      </p:sp>
    </p:spTree>
    <p:extLst>
      <p:ext uri="{BB962C8B-B14F-4D97-AF65-F5344CB8AC3E}">
        <p14:creationId xmlns:p14="http://schemas.microsoft.com/office/powerpoint/2010/main" val="41224236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459</TotalTime>
  <Words>12</Words>
  <Application>Microsoft Office PowerPoint</Application>
  <PresentationFormat>Widescreen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Pramuk Chumchan</dc:creator>
  <cp:lastModifiedBy>Pramuk Chumchan</cp:lastModifiedBy>
  <cp:revision>1</cp:revision>
  <dcterms:created xsi:type="dcterms:W3CDTF">2026-07-02T01:37:50Z</dcterms:created>
  <dcterms:modified xsi:type="dcterms:W3CDTF">2026-07-02T09:17:04Z</dcterms:modified>
</cp:coreProperties>
</file>